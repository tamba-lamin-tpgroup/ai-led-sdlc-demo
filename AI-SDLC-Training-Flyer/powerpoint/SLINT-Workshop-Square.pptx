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287000" cy="10287000"/>
  <p:notesSz cx="10287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69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37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2921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" y="647700"/>
            <a:ext cx="438150" cy="4381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19200" y="695027"/>
            <a:ext cx="668089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b="1" kern="0" spc="26" dirty="0">
                <a:solidFill>
                  <a:srgbClr val="5E7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SLINT</a:t>
            </a:r>
            <a:endParaRPr lang="en-US" sz="1275" dirty="0"/>
          </a:p>
        </p:txBody>
      </p:sp>
      <p:sp>
        <p:nvSpPr>
          <p:cNvPr id="6" name="Text 2"/>
          <p:cNvSpPr/>
          <p:nvPr/>
        </p:nvSpPr>
        <p:spPr>
          <a:xfrm>
            <a:off x="1219200" y="909861"/>
            <a:ext cx="2014464" cy="159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25" b="1" kern="0" spc="17" dirty="0">
                <a:solidFill>
                  <a:srgbClr val="5E7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Sierra Leoneans in Technology</a:t>
            </a:r>
            <a:endParaRPr lang="en-US" sz="825" dirty="0"/>
          </a:p>
        </p:txBody>
      </p:sp>
      <p:sp>
        <p:nvSpPr>
          <p:cNvPr id="7" name="Shape 3"/>
          <p:cNvSpPr/>
          <p:nvPr/>
        </p:nvSpPr>
        <p:spPr>
          <a:xfrm>
            <a:off x="7967662" y="685800"/>
            <a:ext cx="1671638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8134350" y="823913"/>
            <a:ext cx="85725" cy="85725"/>
          </a:xfrm>
          <a:prstGeom prst="ellipse">
            <a:avLst/>
          </a:prstGeom>
          <a:solidFill>
            <a:srgbClr val="E04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8305800" y="785813"/>
            <a:ext cx="124301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38" b="1" kern="0" spc="94" dirty="0">
                <a:solidFill>
                  <a:srgbClr val="10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· VIRTUAL</a:t>
            </a:r>
            <a:endParaRPr lang="en-US" sz="938" dirty="0"/>
          </a:p>
        </p:txBody>
      </p:sp>
      <p:sp>
        <p:nvSpPr>
          <p:cNvPr id="10" name="Text 6"/>
          <p:cNvSpPr/>
          <p:nvPr/>
        </p:nvSpPr>
        <p:spPr>
          <a:xfrm>
            <a:off x="647700" y="1371600"/>
            <a:ext cx="28608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13" b="1" kern="0" spc="203" dirty="0">
                <a:solidFill>
                  <a:srgbClr val="0E7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SLINT · AGENTIC AI WORKSHOP</a:t>
            </a:r>
            <a:endParaRPr lang="en-US" sz="1013" dirty="0"/>
          </a:p>
        </p:txBody>
      </p:sp>
      <p:sp>
        <p:nvSpPr>
          <p:cNvPr id="11" name="Text 7"/>
          <p:cNvSpPr/>
          <p:nvPr/>
        </p:nvSpPr>
        <p:spPr>
          <a:xfrm>
            <a:off x="647700" y="1733550"/>
            <a:ext cx="9261348" cy="12038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500" b="1" kern="0" spc="-112" dirty="0">
                <a:solidFill>
                  <a:srgbClr val="10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Deploy a</a:t>
            </a:r>
            <a:r>
              <a:rPr lang="en-US" sz="4500" b="1" kern="0" spc="-112" dirty="0">
                <a:solidFill>
                  <a:srgbClr val="1C9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</a:t>
            </a:r>
            <a:r>
              <a:rPr lang="en-US" sz="4500" b="1" kern="0" spc="-112" dirty="0">
                <a:solidFill>
                  <a:srgbClr val="10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Web App</a:t>
            </a:r>
            <a:endParaRPr lang="en-US" sz="4500" dirty="0"/>
          </a:p>
        </p:txBody>
      </p:sp>
      <p:sp>
        <p:nvSpPr>
          <p:cNvPr id="12" name="Text 8"/>
          <p:cNvSpPr/>
          <p:nvPr/>
        </p:nvSpPr>
        <p:spPr>
          <a:xfrm>
            <a:off x="647700" y="3070771"/>
            <a:ext cx="7805831" cy="604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38" dirty="0">
                <a:solidFill>
                  <a:srgbClr val="5E7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hands-on, live-coding session on Agentic AI and the AI-led software development lifecycle — watch a real app go from idea to the open web.</a:t>
            </a:r>
            <a:endParaRPr lang="en-US" sz="1538" dirty="0"/>
          </a:p>
        </p:txBody>
      </p:sp>
      <p:sp>
        <p:nvSpPr>
          <p:cNvPr id="13" name="Text 9"/>
          <p:cNvSpPr/>
          <p:nvPr/>
        </p:nvSpPr>
        <p:spPr>
          <a:xfrm>
            <a:off x="647700" y="3979813"/>
            <a:ext cx="291563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63" b="1" kern="0" spc="138" dirty="0">
                <a:solidFill>
                  <a:srgbClr val="0E7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WORKFLOW · PROMPT → PRODUCTION</a:t>
            </a:r>
            <a:endParaRPr lang="en-US" sz="863" dirty="0"/>
          </a:p>
        </p:txBody>
      </p:sp>
      <p:sp>
        <p:nvSpPr>
          <p:cNvPr id="14" name="Shape 10"/>
          <p:cNvSpPr/>
          <p:nvPr/>
        </p:nvSpPr>
        <p:spPr>
          <a:xfrm>
            <a:off x="7892281" y="3922663"/>
            <a:ext cx="1747019" cy="257175"/>
          </a:xfrm>
          <a:prstGeom prst="roundRect">
            <a:avLst>
              <a:gd name="adj" fmla="val 50000"/>
            </a:avLst>
          </a:prstGeom>
          <a:solidFill>
            <a:srgbClr val="82C341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8006581" y="3979813"/>
            <a:ext cx="159461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63" b="1" kern="0" spc="52" dirty="0">
                <a:solidFill>
                  <a:srgbClr val="6BA8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Built live on stage</a:t>
            </a:r>
            <a:endParaRPr lang="en-US" sz="863" dirty="0"/>
          </a:p>
        </p:txBody>
      </p:sp>
      <p:sp>
        <p:nvSpPr>
          <p:cNvPr id="16" name="Shape 12"/>
          <p:cNvSpPr/>
          <p:nvPr/>
        </p:nvSpPr>
        <p:spPr>
          <a:xfrm>
            <a:off x="647700" y="4313188"/>
            <a:ext cx="8991600" cy="1422276"/>
          </a:xfrm>
          <a:prstGeom prst="roundRect">
            <a:avLst>
              <a:gd name="adj" fmla="val 12055"/>
            </a:avLst>
          </a:prstGeom>
          <a:solidFill>
            <a:srgbClr val="F1F7FB"/>
          </a:solidFill>
          <a:ln w="14288">
            <a:solidFill>
              <a:srgbClr val="EA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1565672" y="4556075"/>
            <a:ext cx="533400" cy="533400"/>
          </a:xfrm>
          <a:prstGeom prst="roundRect">
            <a:avLst>
              <a:gd name="adj" fmla="val 26786"/>
            </a:avLst>
          </a:prstGeom>
          <a:solidFill>
            <a:srgbClr val="FFFFFF"/>
          </a:solidFill>
          <a:ln w="14288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9497" y="4679900"/>
            <a:ext cx="285750" cy="28575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20403" y="5175200"/>
            <a:ext cx="1023937" cy="203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38" b="1" dirty="0">
                <a:solidFill>
                  <a:srgbClr val="10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238" dirty="0"/>
          </a:p>
        </p:txBody>
      </p:sp>
      <p:sp>
        <p:nvSpPr>
          <p:cNvPr id="20" name="Text 15"/>
          <p:cNvSpPr/>
          <p:nvPr/>
        </p:nvSpPr>
        <p:spPr>
          <a:xfrm>
            <a:off x="1502792" y="5368751"/>
            <a:ext cx="65916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60" dirty="0">
                <a:solidFill>
                  <a:srgbClr val="5E73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CODING</a:t>
            </a:r>
            <a:endParaRPr lang="en-US" sz="75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1306" y="4919514"/>
            <a:ext cx="209550" cy="20955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3773091" y="4556075"/>
            <a:ext cx="533400" cy="533400"/>
          </a:xfrm>
          <a:prstGeom prst="roundRect">
            <a:avLst>
              <a:gd name="adj" fmla="val 26786"/>
            </a:avLst>
          </a:prstGeom>
          <a:solidFill>
            <a:srgbClr val="FFFFFF"/>
          </a:solidFill>
          <a:ln w="14288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96916" y="4679900"/>
            <a:ext cx="285750" cy="28575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742804" y="5175200"/>
            <a:ext cx="593899" cy="203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38" b="1" dirty="0">
                <a:solidFill>
                  <a:srgbClr val="10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238" dirty="0"/>
          </a:p>
        </p:txBody>
      </p:sp>
      <p:sp>
        <p:nvSpPr>
          <p:cNvPr id="25" name="Text 18"/>
          <p:cNvSpPr/>
          <p:nvPr/>
        </p:nvSpPr>
        <p:spPr>
          <a:xfrm>
            <a:off x="3774951" y="5368751"/>
            <a:ext cx="52960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60" dirty="0">
                <a:solidFill>
                  <a:srgbClr val="5E73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</a:t>
            </a:r>
            <a:endParaRPr lang="en-US" sz="75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8725" y="4919514"/>
            <a:ext cx="209550" cy="209550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5980509" y="4556075"/>
            <a:ext cx="533400" cy="533400"/>
          </a:xfrm>
          <a:prstGeom prst="roundRect">
            <a:avLst>
              <a:gd name="adj" fmla="val 26786"/>
            </a:avLst>
          </a:prstGeom>
          <a:solidFill>
            <a:srgbClr val="FFFFFF"/>
          </a:solidFill>
          <a:ln w="14288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04334" y="4679900"/>
            <a:ext cx="285750" cy="28575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975524" y="5175200"/>
            <a:ext cx="543297" cy="203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38" b="1" dirty="0">
                <a:solidFill>
                  <a:srgbClr val="10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238" dirty="0"/>
          </a:p>
        </p:txBody>
      </p:sp>
      <p:sp>
        <p:nvSpPr>
          <p:cNvPr id="30" name="Text 21"/>
          <p:cNvSpPr/>
          <p:nvPr/>
        </p:nvSpPr>
        <p:spPr>
          <a:xfrm>
            <a:off x="6014740" y="5368751"/>
            <a:ext cx="46486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60" dirty="0">
                <a:solidFill>
                  <a:srgbClr val="5E73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</a:t>
            </a:r>
            <a:endParaRPr lang="en-US" sz="75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6144" y="4919514"/>
            <a:ext cx="209550" cy="209550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8187928" y="4556075"/>
            <a:ext cx="533400" cy="533400"/>
          </a:xfrm>
          <a:prstGeom prst="roundRect">
            <a:avLst>
              <a:gd name="adj" fmla="val 26786"/>
            </a:avLst>
          </a:prstGeom>
          <a:solidFill>
            <a:srgbClr val="1C9F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2228" y="4670375"/>
            <a:ext cx="304800" cy="30480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8096622" y="5175200"/>
            <a:ext cx="716012" cy="203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38" b="1" dirty="0">
                <a:solidFill>
                  <a:srgbClr val="10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App</a:t>
            </a:r>
            <a:endParaRPr lang="en-US" sz="1238" dirty="0"/>
          </a:p>
        </p:txBody>
      </p:sp>
      <p:sp>
        <p:nvSpPr>
          <p:cNvPr id="35" name="Text 24"/>
          <p:cNvSpPr/>
          <p:nvPr/>
        </p:nvSpPr>
        <p:spPr>
          <a:xfrm>
            <a:off x="8092678" y="5368751"/>
            <a:ext cx="7239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750" b="1" kern="0" spc="60" dirty="0">
                <a:solidFill>
                  <a:srgbClr val="5E73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PRODUCTION</a:t>
            </a:r>
            <a:endParaRPr lang="en-US" sz="750" dirty="0"/>
          </a:p>
        </p:txBody>
      </p:sp>
      <p:sp>
        <p:nvSpPr>
          <p:cNvPr id="36" name="Text 25"/>
          <p:cNvSpPr/>
          <p:nvPr/>
        </p:nvSpPr>
        <p:spPr>
          <a:xfrm>
            <a:off x="647700" y="5868813"/>
            <a:ext cx="8553450" cy="4919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163" b="1" dirty="0">
                <a:solidFill>
                  <a:srgbClr val="1C3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We’ll build </a:t>
            </a:r>
            <a:r>
              <a:rPr lang="en-US" sz="1163" b="1" dirty="0">
                <a:solidFill>
                  <a:srgbClr val="0E7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Salone Explorer </a:t>
            </a:r>
            <a:r>
              <a:rPr lang="en-US" sz="1163" b="1" dirty="0">
                <a:solidFill>
                  <a:srgbClr val="1C3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 real Sierra Leone tour-guide app — and ship it to production during the session.</a:t>
            </a:r>
            <a:endParaRPr lang="en-US" sz="1163" dirty="0"/>
          </a:p>
        </p:txBody>
      </p:sp>
      <p:sp>
        <p:nvSpPr>
          <p:cNvPr id="37" name="Shape 26"/>
          <p:cNvSpPr/>
          <p:nvPr/>
        </p:nvSpPr>
        <p:spPr>
          <a:xfrm>
            <a:off x="647700" y="6537127"/>
            <a:ext cx="8991600" cy="14288"/>
          </a:xfrm>
          <a:prstGeom prst="rect">
            <a:avLst/>
          </a:prstGeom>
          <a:solidFill>
            <a:srgbClr val="EAF1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27"/>
          <p:cNvSpPr/>
          <p:nvPr/>
        </p:nvSpPr>
        <p:spPr>
          <a:xfrm>
            <a:off x="647700" y="6888063"/>
            <a:ext cx="857250" cy="857250"/>
          </a:xfrm>
          <a:prstGeom prst="ellipse">
            <a:avLst/>
          </a:prstGeom>
          <a:ln w="28575">
            <a:solidFill>
              <a:srgbClr val="FFFFFF"/>
            </a:solidFill>
            <a:prstDash val="solid"/>
          </a:ln>
          <a:effectLst>
            <a:outerShdw blurRad="190500" dist="57150" dir="5400000" algn="bl" rotWithShape="0">
              <a:srgbClr val="102A4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47700" y="6888063"/>
            <a:ext cx="857250" cy="857250"/>
          </a:xfrm>
          <a:prstGeom prst="ellipse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1695450" y="6741914"/>
            <a:ext cx="5715682" cy="155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25" b="1" kern="0" spc="99" dirty="0">
                <a:solidFill>
                  <a:srgbClr val="0E7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HOSTED BY</a:t>
            </a:r>
            <a:endParaRPr lang="en-US" sz="825" dirty="0"/>
          </a:p>
        </p:txBody>
      </p:sp>
      <p:sp>
        <p:nvSpPr>
          <p:cNvPr id="41" name="Text 29"/>
          <p:cNvSpPr/>
          <p:nvPr/>
        </p:nvSpPr>
        <p:spPr>
          <a:xfrm>
            <a:off x="1695450" y="6906816"/>
            <a:ext cx="5715682" cy="283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25" b="1" kern="0" spc="-17" dirty="0">
                <a:solidFill>
                  <a:srgbClr val="10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Tamba Sheku Lamin</a:t>
            </a:r>
            <a:endParaRPr lang="en-US" sz="1725" dirty="0"/>
          </a:p>
        </p:txBody>
      </p:sp>
      <p:sp>
        <p:nvSpPr>
          <p:cNvPr id="42" name="Text 30"/>
          <p:cNvSpPr/>
          <p:nvPr/>
        </p:nvSpPr>
        <p:spPr>
          <a:xfrm>
            <a:off x="1695450" y="7199784"/>
            <a:ext cx="5715682" cy="182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13" b="1" dirty="0">
                <a:solidFill>
                  <a:srgbClr val="5E7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Former President, SLINT</a:t>
            </a:r>
            <a:endParaRPr lang="en-US" sz="1013" dirty="0"/>
          </a:p>
        </p:txBody>
      </p:sp>
      <p:sp>
        <p:nvSpPr>
          <p:cNvPr id="43" name="Text 31"/>
          <p:cNvSpPr/>
          <p:nvPr/>
        </p:nvSpPr>
        <p:spPr>
          <a:xfrm>
            <a:off x="1695449" y="7410450"/>
            <a:ext cx="6196831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38" b="1" dirty="0">
                <a:solidFill>
                  <a:srgbClr val="5E7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 &amp; Group CEO, TpGROUP (SL) Ltd · Senior Technology Architect / FDE @ Accenture Song</a:t>
            </a:r>
            <a:endParaRPr lang="en-US" sz="938" dirty="0"/>
          </a:p>
        </p:txBody>
      </p:sp>
      <p:pic>
        <p:nvPicPr>
          <p:cNvPr id="44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95450" y="7748588"/>
            <a:ext cx="142875" cy="142875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1905000" y="7753350"/>
            <a:ext cx="19335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38" b="1" dirty="0">
                <a:solidFill>
                  <a:srgbClr val="0E7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linkedin.com/in/tambalamin</a:t>
            </a:r>
            <a:endParaRPr lang="en-US" sz="938" dirty="0"/>
          </a:p>
        </p:txBody>
      </p:sp>
      <p:sp>
        <p:nvSpPr>
          <p:cNvPr id="46" name="Text 33"/>
          <p:cNvSpPr/>
          <p:nvPr/>
        </p:nvSpPr>
        <p:spPr>
          <a:xfrm>
            <a:off x="800100" y="8161288"/>
            <a:ext cx="1010989" cy="148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88" b="1" kern="0" spc="79" dirty="0">
                <a:solidFill>
                  <a:srgbClr val="5E73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788" dirty="0"/>
          </a:p>
        </p:txBody>
      </p:sp>
      <p:sp>
        <p:nvSpPr>
          <p:cNvPr id="47" name="Text 34"/>
          <p:cNvSpPr/>
          <p:nvPr/>
        </p:nvSpPr>
        <p:spPr>
          <a:xfrm>
            <a:off x="800100" y="8318897"/>
            <a:ext cx="1072901" cy="226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0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 · Jun 13</a:t>
            </a:r>
            <a:endParaRPr lang="en-US" sz="1350" dirty="0"/>
          </a:p>
        </p:txBody>
      </p:sp>
      <p:sp>
        <p:nvSpPr>
          <p:cNvPr id="48" name="Shape 35"/>
          <p:cNvSpPr/>
          <p:nvPr/>
        </p:nvSpPr>
        <p:spPr>
          <a:xfrm>
            <a:off x="1887289" y="8161288"/>
            <a:ext cx="14288" cy="346174"/>
          </a:xfrm>
          <a:prstGeom prst="rect">
            <a:avLst/>
          </a:prstGeom>
          <a:solidFill>
            <a:srgbClr val="DC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36"/>
          <p:cNvSpPr/>
          <p:nvPr/>
        </p:nvSpPr>
        <p:spPr>
          <a:xfrm>
            <a:off x="2053977" y="8161288"/>
            <a:ext cx="1089199" cy="148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88" b="1" kern="0" spc="79" dirty="0">
                <a:solidFill>
                  <a:srgbClr val="5E73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</a:t>
            </a:r>
            <a:endParaRPr lang="en-US" sz="788" dirty="0"/>
          </a:p>
        </p:txBody>
      </p:sp>
      <p:sp>
        <p:nvSpPr>
          <p:cNvPr id="50" name="Text 37"/>
          <p:cNvSpPr/>
          <p:nvPr/>
        </p:nvSpPr>
        <p:spPr>
          <a:xfrm>
            <a:off x="2053977" y="8318897"/>
            <a:ext cx="1089199" cy="226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0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2:00 PM EST</a:t>
            </a:r>
            <a:endParaRPr lang="en-US" sz="1350" dirty="0"/>
          </a:p>
        </p:txBody>
      </p:sp>
      <p:sp>
        <p:nvSpPr>
          <p:cNvPr id="51" name="Shape 38"/>
          <p:cNvSpPr/>
          <p:nvPr/>
        </p:nvSpPr>
        <p:spPr>
          <a:xfrm>
            <a:off x="3219376" y="8161288"/>
            <a:ext cx="14288" cy="346174"/>
          </a:xfrm>
          <a:prstGeom prst="rect">
            <a:avLst/>
          </a:prstGeom>
          <a:solidFill>
            <a:srgbClr val="DC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39"/>
          <p:cNvSpPr/>
          <p:nvPr/>
        </p:nvSpPr>
        <p:spPr>
          <a:xfrm>
            <a:off x="3386063" y="8161288"/>
            <a:ext cx="946547" cy="148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88" b="1" kern="0" spc="79" dirty="0">
                <a:solidFill>
                  <a:srgbClr val="5E73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endParaRPr lang="en-US" sz="788" dirty="0"/>
          </a:p>
        </p:txBody>
      </p:sp>
      <p:sp>
        <p:nvSpPr>
          <p:cNvPr id="53" name="Text 40"/>
          <p:cNvSpPr/>
          <p:nvPr/>
        </p:nvSpPr>
        <p:spPr>
          <a:xfrm>
            <a:off x="3386063" y="8318897"/>
            <a:ext cx="946547" cy="226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0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45–90 min</a:t>
            </a:r>
            <a:endParaRPr lang="en-US" sz="1350" dirty="0"/>
          </a:p>
        </p:txBody>
      </p:sp>
      <p:sp>
        <p:nvSpPr>
          <p:cNvPr id="54" name="Shape 41"/>
          <p:cNvSpPr/>
          <p:nvPr/>
        </p:nvSpPr>
        <p:spPr>
          <a:xfrm>
            <a:off x="7254999" y="8081962"/>
            <a:ext cx="2384301" cy="504825"/>
          </a:xfrm>
          <a:prstGeom prst="roundRect">
            <a:avLst>
              <a:gd name="adj" fmla="val 26415"/>
            </a:avLst>
          </a:prstGeom>
          <a:solidFill>
            <a:srgbClr val="1C9FD8"/>
          </a:solidFill>
          <a:ln/>
          <a:effectLst>
            <a:outerShdw blurRad="228600" dist="95250" dir="5400000" algn="bl" rotWithShape="0">
              <a:srgbClr val="1C9FD8">
                <a:alpha val="3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Text 42"/>
          <p:cNvSpPr/>
          <p:nvPr/>
        </p:nvSpPr>
        <p:spPr>
          <a:xfrm>
            <a:off x="7502649" y="8224837"/>
            <a:ext cx="166040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— It’s Free</a:t>
            </a:r>
            <a:endParaRPr lang="en-US" sz="1350" dirty="0"/>
          </a:p>
        </p:txBody>
      </p:sp>
      <p:pic>
        <p:nvPicPr>
          <p:cNvPr id="56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01150" y="8239125"/>
            <a:ext cx="190500" cy="190500"/>
          </a:xfrm>
          <a:prstGeom prst="rect">
            <a:avLst/>
          </a:prstGeom>
        </p:spPr>
      </p:pic>
      <p:sp>
        <p:nvSpPr>
          <p:cNvPr id="57" name="Text 43"/>
          <p:cNvSpPr/>
          <p:nvPr/>
        </p:nvSpPr>
        <p:spPr>
          <a:xfrm>
            <a:off x="647700" y="8720138"/>
            <a:ext cx="926134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7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 → bit.ly/slint-ai-workshop</a:t>
            </a:r>
            <a:endParaRPr lang="en-US" sz="1050" dirty="0"/>
          </a:p>
        </p:txBody>
      </p:sp>
      <p:sp>
        <p:nvSpPr>
          <p:cNvPr id="58" name="Text 44"/>
          <p:cNvSpPr/>
          <p:nvPr/>
        </p:nvSpPr>
        <p:spPr>
          <a:xfrm>
            <a:off x="647700" y="8963025"/>
            <a:ext cx="926134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6BA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r>
              <a:rPr lang="en-US" sz="975" b="1" dirty="0">
                <a:solidFill>
                  <a:srgbClr val="5E7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SLINT members ·</a:t>
            </a:r>
            <a:r>
              <a:rPr lang="en-US" sz="975" b="1" dirty="0">
                <a:solidFill>
                  <a:srgbClr val="10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</a:t>
            </a:r>
            <a:r>
              <a:rPr lang="en-US" sz="975" b="1" dirty="0">
                <a:solidFill>
                  <a:srgbClr val="5E7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non-members · Zoom link emailed after verification.</a:t>
            </a:r>
            <a:endParaRPr lang="en-US" sz="975" dirty="0"/>
          </a:p>
        </p:txBody>
      </p:sp>
      <p:sp>
        <p:nvSpPr>
          <p:cNvPr id="59" name="Shape 45"/>
          <p:cNvSpPr/>
          <p:nvPr/>
        </p:nvSpPr>
        <p:spPr>
          <a:xfrm>
            <a:off x="647700" y="9305925"/>
            <a:ext cx="8991600" cy="14288"/>
          </a:xfrm>
          <a:prstGeom prst="rect">
            <a:avLst/>
          </a:prstGeom>
          <a:solidFill>
            <a:srgbClr val="EAF1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46"/>
          <p:cNvSpPr/>
          <p:nvPr/>
        </p:nvSpPr>
        <p:spPr>
          <a:xfrm>
            <a:off x="647700" y="9472613"/>
            <a:ext cx="2898693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5E7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Co-organized by</a:t>
            </a:r>
            <a:r>
              <a:rPr lang="en-US" sz="938" b="1" dirty="0">
                <a:solidFill>
                  <a:srgbClr val="10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Cecil John</a:t>
            </a:r>
            <a:r>
              <a:rPr lang="en-US" sz="938" b="1" dirty="0">
                <a:solidFill>
                  <a:srgbClr val="5E7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the SLINT Executive</a:t>
            </a:r>
            <a:endParaRPr lang="en-US" sz="938" dirty="0"/>
          </a:p>
        </p:txBody>
      </p:sp>
      <p:sp>
        <p:nvSpPr>
          <p:cNvPr id="61" name="Text 47"/>
          <p:cNvSpPr/>
          <p:nvPr/>
        </p:nvSpPr>
        <p:spPr>
          <a:xfrm>
            <a:off x="8974931" y="9474994"/>
            <a:ext cx="74056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38" b="1" kern="0" spc="19" dirty="0">
                <a:solidFill>
                  <a:srgbClr val="10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slint.org</a:t>
            </a:r>
            <a:endParaRPr lang="en-US" sz="93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171</Words>
  <Application>Microsoft Macintosh PowerPoint</Application>
  <PresentationFormat>Custom</PresentationFormat>
  <Paragraphs>34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Courier New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Tamba S. Lamin</cp:lastModifiedBy>
  <cp:revision>3</cp:revision>
  <dcterms:created xsi:type="dcterms:W3CDTF">2026-05-30T23:38:52Z</dcterms:created>
  <dcterms:modified xsi:type="dcterms:W3CDTF">2026-05-30T23:45:34Z</dcterms:modified>
</cp:coreProperties>
</file>