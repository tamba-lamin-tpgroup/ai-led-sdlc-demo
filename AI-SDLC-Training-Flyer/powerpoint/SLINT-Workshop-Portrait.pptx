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0"/>
    <p:restoredTop sz="94610"/>
  </p:normalViewPr>
  <p:slideViewPr>
    <p:cSldViewPr snapToGrid="0" snapToObjects="1">
      <p:cViewPr>
        <p:scale>
          <a:sx n="119" d="100"/>
          <a:sy n="119" d="100"/>
        </p:scale>
        <p:origin x="2840" y="-3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39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704850"/>
            <a:ext cx="438150" cy="438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6350" y="762223"/>
            <a:ext cx="1110853" cy="232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b="1" kern="0" spc="26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SLINT</a:t>
            </a:r>
            <a:endParaRPr lang="en-US" sz="1275" dirty="0"/>
          </a:p>
        </p:txBody>
      </p:sp>
      <p:sp>
        <p:nvSpPr>
          <p:cNvPr id="6" name="Text 2"/>
          <p:cNvSpPr/>
          <p:nvPr/>
        </p:nvSpPr>
        <p:spPr>
          <a:xfrm>
            <a:off x="1276350" y="967011"/>
            <a:ext cx="2511028" cy="166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17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Leoneans in Technology</a:t>
            </a:r>
            <a:endParaRPr lang="en-US" sz="825" dirty="0"/>
          </a:p>
        </p:txBody>
      </p:sp>
      <p:sp>
        <p:nvSpPr>
          <p:cNvPr id="7" name="Shape 3"/>
          <p:cNvSpPr/>
          <p:nvPr/>
        </p:nvSpPr>
        <p:spPr>
          <a:xfrm>
            <a:off x="7910512" y="742950"/>
            <a:ext cx="1671638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8077200" y="881063"/>
            <a:ext cx="85725" cy="85725"/>
          </a:xfrm>
          <a:prstGeom prst="ellipse">
            <a:avLst/>
          </a:prstGeom>
          <a:solidFill>
            <a:srgbClr val="E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48650" y="842963"/>
            <a:ext cx="12430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kern="0" spc="94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VIRTUAL</a:t>
            </a:r>
            <a:endParaRPr lang="en-US" sz="938" dirty="0"/>
          </a:p>
        </p:txBody>
      </p:sp>
      <p:sp>
        <p:nvSpPr>
          <p:cNvPr id="10" name="Text 6"/>
          <p:cNvSpPr/>
          <p:nvPr/>
        </p:nvSpPr>
        <p:spPr>
          <a:xfrm>
            <a:off x="704850" y="1524000"/>
            <a:ext cx="28608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203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 · AGENTIC AI WORKSHOP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04850" y="1885950"/>
            <a:ext cx="9143619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124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 a</a:t>
            </a:r>
            <a:r>
              <a:rPr lang="en-US" sz="4950" b="1" kern="0" spc="-124" dirty="0">
                <a:solidFill>
                  <a:srgbClr val="1C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4950" b="1" kern="0" spc="-124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Web App</a:t>
            </a:r>
            <a:endParaRPr lang="en-US" sz="4950" dirty="0"/>
          </a:p>
        </p:txBody>
      </p:sp>
      <p:sp>
        <p:nvSpPr>
          <p:cNvPr id="12" name="Text 8"/>
          <p:cNvSpPr/>
          <p:nvPr/>
        </p:nvSpPr>
        <p:spPr>
          <a:xfrm>
            <a:off x="704850" y="3339703"/>
            <a:ext cx="837700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hands-on, live-coding session on Agentic AI and the AI-led software development lifecycle — watch a real app go from idea to the open web.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04850" y="5034483"/>
            <a:ext cx="29156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138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WORKFLOW · PROMPT → PRODUCTION</a:t>
            </a:r>
            <a:endParaRPr lang="en-US" sz="863" dirty="0"/>
          </a:p>
        </p:txBody>
      </p:sp>
      <p:sp>
        <p:nvSpPr>
          <p:cNvPr id="14" name="Shape 10"/>
          <p:cNvSpPr/>
          <p:nvPr/>
        </p:nvSpPr>
        <p:spPr>
          <a:xfrm>
            <a:off x="7835131" y="4977333"/>
            <a:ext cx="1747019" cy="257175"/>
          </a:xfrm>
          <a:prstGeom prst="roundRect">
            <a:avLst>
              <a:gd name="adj" fmla="val 50000"/>
            </a:avLst>
          </a:prstGeom>
          <a:solidFill>
            <a:srgbClr val="82C341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949431" y="5034483"/>
            <a:ext cx="15946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52" dirty="0">
                <a:solidFill>
                  <a:srgbClr val="6BA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Built live on stage</a:t>
            </a:r>
            <a:endParaRPr lang="en-US" sz="863" dirty="0"/>
          </a:p>
        </p:txBody>
      </p:sp>
      <p:sp>
        <p:nvSpPr>
          <p:cNvPr id="16" name="Shape 12"/>
          <p:cNvSpPr/>
          <p:nvPr/>
        </p:nvSpPr>
        <p:spPr>
          <a:xfrm>
            <a:off x="704850" y="5367858"/>
            <a:ext cx="8877300" cy="1422276"/>
          </a:xfrm>
          <a:prstGeom prst="roundRect">
            <a:avLst>
              <a:gd name="adj" fmla="val 12055"/>
            </a:avLst>
          </a:prstGeom>
          <a:solidFill>
            <a:srgbClr val="F1F7FB"/>
          </a:solidFill>
          <a:ln w="14288">
            <a:solidFill>
              <a:srgbClr val="EA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608534" y="5610746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359" y="5734571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3266" y="6229871"/>
            <a:ext cx="1023937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38" dirty="0"/>
          </a:p>
        </p:txBody>
      </p:sp>
      <p:sp>
        <p:nvSpPr>
          <p:cNvPr id="20" name="Text 15"/>
          <p:cNvSpPr/>
          <p:nvPr/>
        </p:nvSpPr>
        <p:spPr>
          <a:xfrm>
            <a:off x="1545654" y="6423422"/>
            <a:ext cx="6591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CODING</a:t>
            </a:r>
            <a:endParaRPr lang="en-US" sz="7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881" y="5974184"/>
            <a:ext cx="209550" cy="2095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787378" y="5610746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203" y="5734571"/>
            <a:ext cx="285750" cy="2857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57092" y="6229871"/>
            <a:ext cx="593899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38" dirty="0"/>
          </a:p>
        </p:txBody>
      </p:sp>
      <p:sp>
        <p:nvSpPr>
          <p:cNvPr id="25" name="Text 18"/>
          <p:cNvSpPr/>
          <p:nvPr/>
        </p:nvSpPr>
        <p:spPr>
          <a:xfrm>
            <a:off x="3789238" y="6423422"/>
            <a:ext cx="5296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7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25" y="5974184"/>
            <a:ext cx="209550" cy="20955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966222" y="5610746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0047" y="5734571"/>
            <a:ext cx="285750" cy="2857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961236" y="6229871"/>
            <a:ext cx="543297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38" dirty="0"/>
          </a:p>
        </p:txBody>
      </p:sp>
      <p:sp>
        <p:nvSpPr>
          <p:cNvPr id="30" name="Text 21"/>
          <p:cNvSpPr/>
          <p:nvPr/>
        </p:nvSpPr>
        <p:spPr>
          <a:xfrm>
            <a:off x="6000452" y="6423422"/>
            <a:ext cx="4648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7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7569" y="5974184"/>
            <a:ext cx="209550" cy="20955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145066" y="5610746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1C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9366" y="5725046"/>
            <a:ext cx="304800" cy="3048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053760" y="6229871"/>
            <a:ext cx="716012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238" dirty="0"/>
          </a:p>
        </p:txBody>
      </p:sp>
      <p:sp>
        <p:nvSpPr>
          <p:cNvPr id="35" name="Text 24"/>
          <p:cNvSpPr/>
          <p:nvPr/>
        </p:nvSpPr>
        <p:spPr>
          <a:xfrm>
            <a:off x="8049816" y="6423422"/>
            <a:ext cx="723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36" name="Text 25"/>
          <p:cNvSpPr/>
          <p:nvPr/>
        </p:nvSpPr>
        <p:spPr>
          <a:xfrm>
            <a:off x="704850" y="6923484"/>
            <a:ext cx="895350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63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build</a:t>
            </a:r>
            <a:r>
              <a:rPr lang="en-US" sz="1163" b="1" dirty="0">
                <a:solidFill>
                  <a:srgbClr val="0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Salone Explorer </a:t>
            </a:r>
            <a:r>
              <a:rPr lang="en-US" sz="1163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real Sierra Leone tour-guide app — and ship it to production during the session.</a:t>
            </a:r>
            <a:endParaRPr lang="en-US" sz="1163" dirty="0"/>
          </a:p>
        </p:txBody>
      </p:sp>
      <p:sp>
        <p:nvSpPr>
          <p:cNvPr id="37" name="Text 26"/>
          <p:cNvSpPr/>
          <p:nvPr/>
        </p:nvSpPr>
        <p:spPr>
          <a:xfrm>
            <a:off x="704850" y="7742039"/>
            <a:ext cx="13249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138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SESSION</a:t>
            </a:r>
            <a:endParaRPr lang="en-US" sz="863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8051602"/>
            <a:ext cx="209550" cy="2095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28700" y="8042077"/>
            <a:ext cx="3801484" cy="276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vs. AI chatbots, in practice</a:t>
            </a:r>
            <a:endParaRPr lang="en-US" sz="12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5425" y="8051602"/>
            <a:ext cx="209550" cy="2095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629275" y="8042077"/>
            <a:ext cx="3049191" cy="23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AI-led SDLC, end to end</a:t>
            </a:r>
            <a:endParaRPr lang="en-US" sz="12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8423077"/>
            <a:ext cx="209550" cy="20955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028699" y="8413551"/>
            <a:ext cx="2962275" cy="269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inside a real IDE</a:t>
            </a:r>
            <a:endParaRPr lang="en-US" sz="12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5425" y="8423077"/>
            <a:ext cx="209550" cy="20955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629275" y="8413552"/>
            <a:ext cx="3783666" cy="32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GitHub &amp; Vercel workflow</a:t>
            </a:r>
            <a:endParaRPr lang="en-US" sz="1200" dirty="0"/>
          </a:p>
        </p:txBody>
      </p:sp>
      <p:sp>
        <p:nvSpPr>
          <p:cNvPr id="46" name="Shape 31"/>
          <p:cNvSpPr/>
          <p:nvPr/>
        </p:nvSpPr>
        <p:spPr>
          <a:xfrm>
            <a:off x="704850" y="8918377"/>
            <a:ext cx="8877300" cy="14288"/>
          </a:xfrm>
          <a:prstGeom prst="rect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2"/>
          <p:cNvSpPr/>
          <p:nvPr/>
        </p:nvSpPr>
        <p:spPr>
          <a:xfrm>
            <a:off x="704850" y="9297888"/>
            <a:ext cx="952500" cy="952500"/>
          </a:xfrm>
          <a:prstGeom prst="ellipse">
            <a:avLst/>
          </a:prstGeom>
          <a:ln w="28575">
            <a:solidFill>
              <a:srgbClr val="FFFFFF"/>
            </a:solidFill>
            <a:prstDash val="solid"/>
          </a:ln>
          <a:effectLst>
            <a:outerShdw blurRad="190500" dist="57150" dir="5400000" algn="bl" rotWithShape="0">
              <a:srgbClr val="102A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04850" y="9297888"/>
            <a:ext cx="952500" cy="952500"/>
          </a:xfrm>
          <a:prstGeom prst="ellipse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1847850" y="9199364"/>
            <a:ext cx="5715682" cy="1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25" b="1" kern="0" spc="99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BY</a:t>
            </a:r>
            <a:endParaRPr lang="en-US" sz="825" dirty="0"/>
          </a:p>
        </p:txBody>
      </p:sp>
      <p:sp>
        <p:nvSpPr>
          <p:cNvPr id="50" name="Text 34"/>
          <p:cNvSpPr/>
          <p:nvPr/>
        </p:nvSpPr>
        <p:spPr>
          <a:xfrm>
            <a:off x="1847850" y="9364266"/>
            <a:ext cx="5715682" cy="283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25" b="1" kern="0" spc="-17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 Sheku Lamin</a:t>
            </a:r>
            <a:endParaRPr lang="en-US" sz="1725" dirty="0"/>
          </a:p>
        </p:txBody>
      </p:sp>
      <p:sp>
        <p:nvSpPr>
          <p:cNvPr id="51" name="Text 35"/>
          <p:cNvSpPr/>
          <p:nvPr/>
        </p:nvSpPr>
        <p:spPr>
          <a:xfrm>
            <a:off x="1847850" y="9657234"/>
            <a:ext cx="5715682" cy="182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President, SLINT</a:t>
            </a:r>
            <a:endParaRPr lang="en-US" sz="1013" dirty="0"/>
          </a:p>
        </p:txBody>
      </p:sp>
      <p:sp>
        <p:nvSpPr>
          <p:cNvPr id="52" name="Text 36"/>
          <p:cNvSpPr/>
          <p:nvPr/>
        </p:nvSpPr>
        <p:spPr>
          <a:xfrm>
            <a:off x="1847850" y="9867900"/>
            <a:ext cx="6201966" cy="182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Group CEO, TpGROUP (SL) Ltd · Senior Technology Architect / FDE @ Accenture Song</a:t>
            </a:r>
            <a:endParaRPr lang="en-US" sz="938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850" y="10206038"/>
            <a:ext cx="142875" cy="142875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2057400" y="10210800"/>
            <a:ext cx="1933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38" b="1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linkedin.com/in/tambalamin</a:t>
            </a:r>
            <a:endParaRPr lang="en-US" sz="938" dirty="0"/>
          </a:p>
        </p:txBody>
      </p:sp>
      <p:sp>
        <p:nvSpPr>
          <p:cNvPr id="55" name="Text 38"/>
          <p:cNvSpPr/>
          <p:nvPr/>
        </p:nvSpPr>
        <p:spPr>
          <a:xfrm>
            <a:off x="857250" y="10675888"/>
            <a:ext cx="1010989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88" dirty="0"/>
          </a:p>
        </p:txBody>
      </p:sp>
      <p:sp>
        <p:nvSpPr>
          <p:cNvPr id="56" name="Text 39"/>
          <p:cNvSpPr/>
          <p:nvPr/>
        </p:nvSpPr>
        <p:spPr>
          <a:xfrm>
            <a:off x="857250" y="10833498"/>
            <a:ext cx="1133475" cy="22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· Jun 13</a:t>
            </a:r>
            <a:endParaRPr lang="en-US" sz="1350" dirty="0"/>
          </a:p>
        </p:txBody>
      </p:sp>
      <p:sp>
        <p:nvSpPr>
          <p:cNvPr id="57" name="Shape 40"/>
          <p:cNvSpPr/>
          <p:nvPr/>
        </p:nvSpPr>
        <p:spPr>
          <a:xfrm>
            <a:off x="1944439" y="10675888"/>
            <a:ext cx="14288" cy="346174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1"/>
          <p:cNvSpPr/>
          <p:nvPr/>
        </p:nvSpPr>
        <p:spPr>
          <a:xfrm>
            <a:off x="2111127" y="10675888"/>
            <a:ext cx="1089199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788" dirty="0"/>
          </a:p>
        </p:txBody>
      </p:sp>
      <p:sp>
        <p:nvSpPr>
          <p:cNvPr id="59" name="Text 42"/>
          <p:cNvSpPr/>
          <p:nvPr/>
        </p:nvSpPr>
        <p:spPr>
          <a:xfrm>
            <a:off x="2111127" y="10833497"/>
            <a:ext cx="1089199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PM EST</a:t>
            </a:r>
            <a:endParaRPr lang="en-US" sz="1350" dirty="0"/>
          </a:p>
        </p:txBody>
      </p:sp>
      <p:sp>
        <p:nvSpPr>
          <p:cNvPr id="60" name="Shape 43"/>
          <p:cNvSpPr/>
          <p:nvPr/>
        </p:nvSpPr>
        <p:spPr>
          <a:xfrm>
            <a:off x="3276526" y="10675888"/>
            <a:ext cx="14288" cy="346174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44"/>
          <p:cNvSpPr/>
          <p:nvPr/>
        </p:nvSpPr>
        <p:spPr>
          <a:xfrm>
            <a:off x="3443213" y="10675888"/>
            <a:ext cx="946547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788" dirty="0"/>
          </a:p>
        </p:txBody>
      </p:sp>
      <p:sp>
        <p:nvSpPr>
          <p:cNvPr id="62" name="Text 45"/>
          <p:cNvSpPr/>
          <p:nvPr/>
        </p:nvSpPr>
        <p:spPr>
          <a:xfrm>
            <a:off x="3443213" y="10833497"/>
            <a:ext cx="94654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</a:t>
            </a:r>
            <a:endParaRPr lang="en-US" sz="1350" dirty="0"/>
          </a:p>
        </p:txBody>
      </p:sp>
      <p:sp>
        <p:nvSpPr>
          <p:cNvPr id="63" name="Shape 46"/>
          <p:cNvSpPr/>
          <p:nvPr/>
        </p:nvSpPr>
        <p:spPr>
          <a:xfrm>
            <a:off x="7197849" y="10596563"/>
            <a:ext cx="2384301" cy="504825"/>
          </a:xfrm>
          <a:prstGeom prst="roundRect">
            <a:avLst>
              <a:gd name="adj" fmla="val 26415"/>
            </a:avLst>
          </a:prstGeom>
          <a:solidFill>
            <a:srgbClr val="1C9FD8"/>
          </a:solidFill>
          <a:ln/>
          <a:effectLst>
            <a:outerShdw blurRad="228600" dist="95250" dir="5400000" algn="bl" rotWithShape="0">
              <a:srgbClr val="1C9FD8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47"/>
          <p:cNvSpPr/>
          <p:nvPr/>
        </p:nvSpPr>
        <p:spPr>
          <a:xfrm>
            <a:off x="7445499" y="10739438"/>
            <a:ext cx="16604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— It’s Free</a:t>
            </a:r>
            <a:endParaRPr lang="en-US" sz="135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0" y="10753725"/>
            <a:ext cx="190500" cy="19050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704850" y="11234738"/>
            <a:ext cx="914361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→ bit.ly/slint-ai-workshop</a:t>
            </a:r>
            <a:endParaRPr lang="en-US" sz="1050" dirty="0"/>
          </a:p>
        </p:txBody>
      </p:sp>
      <p:sp>
        <p:nvSpPr>
          <p:cNvPr id="67" name="Text 49"/>
          <p:cNvSpPr/>
          <p:nvPr/>
        </p:nvSpPr>
        <p:spPr>
          <a:xfrm>
            <a:off x="704850" y="11477625"/>
            <a:ext cx="91436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6BA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</a:t>
            </a:r>
            <a:r>
              <a:rPr lang="en-US" sz="975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SLINT members ·</a:t>
            </a:r>
            <a:r>
              <a:rPr lang="en-US" sz="975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</a:t>
            </a:r>
            <a:r>
              <a:rPr lang="en-US" sz="975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non-members · Zoom link emailed after verification.</a:t>
            </a:r>
            <a:endParaRPr lang="en-US" sz="975" dirty="0"/>
          </a:p>
        </p:txBody>
      </p:sp>
      <p:sp>
        <p:nvSpPr>
          <p:cNvPr id="68" name="Shape 50"/>
          <p:cNvSpPr/>
          <p:nvPr/>
        </p:nvSpPr>
        <p:spPr>
          <a:xfrm>
            <a:off x="704850" y="11820525"/>
            <a:ext cx="8877300" cy="14288"/>
          </a:xfrm>
          <a:prstGeom prst="rect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51"/>
          <p:cNvSpPr/>
          <p:nvPr/>
        </p:nvSpPr>
        <p:spPr>
          <a:xfrm>
            <a:off x="704850" y="11987213"/>
            <a:ext cx="289869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Co-organized by</a:t>
            </a:r>
            <a:r>
              <a:rPr lang="en-US" sz="9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Cecil John</a:t>
            </a: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SLINT Executive</a:t>
            </a:r>
            <a:endParaRPr lang="en-US" sz="938" dirty="0"/>
          </a:p>
        </p:txBody>
      </p:sp>
      <p:sp>
        <p:nvSpPr>
          <p:cNvPr id="70" name="Text 52"/>
          <p:cNvSpPr/>
          <p:nvPr/>
        </p:nvSpPr>
        <p:spPr>
          <a:xfrm>
            <a:off x="8917781" y="11989594"/>
            <a:ext cx="7405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kern="0" spc="19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slint.org</a:t>
            </a:r>
            <a:endParaRPr lang="en-US" sz="9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Tamba S. Lamin</cp:lastModifiedBy>
  <cp:revision>2</cp:revision>
  <dcterms:created xsi:type="dcterms:W3CDTF">2026-05-30T23:41:59Z</dcterms:created>
  <dcterms:modified xsi:type="dcterms:W3CDTF">2026-05-30T23:45:13Z</dcterms:modified>
</cp:coreProperties>
</file>